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20"/>
    <p:sldId id="270" r:id="rId21"/>
    <p:sldId id="272" r:id="rId23"/>
    <p:sldId id="271" r:id="rId22"/>
    <p:sldId id="259" r:id="rId5"/>
    <p:sldId id="261" r:id="rId7"/>
    <p:sldId id="262" r:id="rId8"/>
    <p:sldId id="263" r:id="rId9"/>
    <p:sldId id="264" r:id="rId10"/>
    <p:sldId id="265" r:id="rId11"/>
    <p:sldId id="266" r:id="rId12"/>
    <p:sldId id="273" r:id="rId24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005840"/>
            <a:ext cx="5943600" cy="5943600"/>
          </a:xfrm>
          <a:prstGeom prst="ellipse">
            <a:avLst/>
          </a:prstGeom>
          <a:solidFill>
            <a:srgbClr val="38DAB3">
              <a:alpha val="6000"/>
            </a:srgbClr>
          </a:solidFill>
          <a:ln w="25400">
            <a:solidFill>
              <a:srgbClr val="38DAB3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960120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MarKusSXCH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12648" y="1508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658368" y="275234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Tag-Vergleich zu meinem ersten eigenen Softwareprojekt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4992624"/>
            <a:ext cx="7955280" cy="932688"/>
          </a:xfrm>
          <a:prstGeom prst="roundRect">
            <a:avLst>
              <a:gd name="adj" fmla="val 17647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50976" y="5285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PRODUKTSTORY  •  MOTIVATION  •  HIGHLIGHTS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62362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Meine Geschichte · Highlights · Version 4.4 veröffentlicht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46CFB2"/>
                </a:solidFill>
                <a:latin typeface="Aptos"/>
              </a:rPr>
              <a:t>TAGSTUDIO  /  MEINE GESCHICHTE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Warum ich überhaupt angefangen habe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Vielleicht kennst du das: Ich nutze viele Tag-Editoren und DJ-Tools – jedes hat seine eigenen Stärken.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Doch beim Wechsel zwischen Programmen können gepflegte Tags überschrieben werden.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Ich wollte endlich sehen, welches Programm welche Attribute schreibt.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46CFB2"/>
                </a:solidFill>
                <a:latin typeface="Aptos"/>
              </a:rPr>
              <a:t>MarKusSXCH TagStudio  ·  Persönliche Projektgeschichte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46CFB2"/>
                </a:solidFill>
                <a:latin typeface="Aptos"/>
              </a:rPr>
              <a:t>TAGSTUDIO  /  MEINE GESCHICHTE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Aus einem Vergleich wurde eine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Mit einem Compare-Tool konnte ich Unterschiede erkennen.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Aber einzelne Tags gezielt von Kopie A nach B übernehmen? Nicht möglich.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Änderungen rückgängig machen? Ebenfalls nicht.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Und ein Tagger, der wirklich alle Attribute bearbeiten kann, fehlte mir.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Also entstand mein eigener Comparer: MP3 Tag Compare.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46CFB2"/>
                </a:solidFill>
                <a:latin typeface="Aptos"/>
              </a:rPr>
              <a:t>MarKusSXCH TagStudio  ·  Persönliche Projektgeschichte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46CFB2"/>
                </a:solidFill>
                <a:latin typeface="Aptos"/>
              </a:rPr>
              <a:t>TAGSTUDIO  /  MEINE GESCHICHTE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Von Anforderungen und Tests zur eigenen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Jahrelang habe ich Softwareanforderungen geschrieben und Software getestet.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Selbst programmiert hatte ich zuvor nie.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TagStudio war mein erster Versuch, mit KI Software zu entwickeln – gemeinsam mit Claude.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Aus Anforderungen, Tests, Ideen und vielen Iterationen entstand eine App, an deren Entwicklung ich grossen Spass hatte.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46CFB2"/>
                </a:solidFill>
                <a:latin typeface="Aptos"/>
              </a:rPr>
              <a:t>MarKusSXCH TagStudio  ·  Persönliche Projektgeschichte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46CFB2"/>
                </a:solidFill>
                <a:latin typeface="Aptos"/>
              </a:rPr>
              <a:t>TAGSTUDIO  /  MEINE GESCHICHTE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Viele Spezialisten – eine DJ-Bibliothek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Beatport &amp; weitere Quellen → Tag-Editoren und Audio-Werkzeuge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→ Mixed In Key, beaTunes und weitere Analysen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→ Lexicon als zentrale DJ-Bibliothek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→ Engine DJ, VirtualDJ oder Traktor – je nach Lust und Laune.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TagStudio soll die Übergaben transparent und sicher machen, nicht alle Spezialisten ersetzen.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46CFB2"/>
                </a:solidFill>
                <a:latin typeface="Aptos"/>
              </a:rPr>
              <a:t>MarKusSXCH TagStudio  ·  Persönliche Projektgeschichte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Comparer zum TagStudio-Werkzeugkasten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7784" y="2093976"/>
            <a:ext cx="2743200" cy="2953512"/>
          </a:xfrm>
          <a:prstGeom prst="roundRect">
            <a:avLst>
              <a:gd name="adj" fmla="val 600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2376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 2.8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22376" y="2999232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MP3 Tag Compare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Tag-Unterschiede sichtbar machen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56432" y="2093976"/>
            <a:ext cx="2743200" cy="2953512"/>
          </a:xfrm>
          <a:prstGeom prst="roundRect">
            <a:avLst>
              <a:gd name="adj" fmla="val 600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21024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21024" y="2999232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21024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Neue gemeinsame Oberfläche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55080" y="2093976"/>
            <a:ext cx="2743200" cy="2953512"/>
          </a:xfrm>
          <a:prstGeom prst="roundRect">
            <a:avLst>
              <a:gd name="adj" fmla="val 600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19672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4.0–4.2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19672" y="2999232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DJ-Werkzeugkasten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19672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Player, Audio- und DJ-Funktionen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253728" y="2093976"/>
            <a:ext cx="2743200" cy="2953512"/>
          </a:xfrm>
          <a:prstGeom prst="roundRect">
            <a:avLst>
              <a:gd name="adj" fmla="val 600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1832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/ 4.4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18320" y="2999232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Musik-Workflow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1832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Vorbereiten, Entdecken, Profile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80644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Dokumentierte Releases 3.0–4.4 liegen im Oktober 2026; frühe Versionen sind über den Changelog beschrieben.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Deine Metadaten im Griff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92224"/>
            <a:ext cx="5266944" cy="1783080"/>
          </a:xfrm>
          <a:prstGeom prst="roundRect">
            <a:avLst>
              <a:gd name="adj" fmla="val 9231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2048256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Massenbearbeitung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2624328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Viele Tracks gleichzeitig bearbeiten, suchen, ersetzen und umbenennen.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81344" y="1792224"/>
            <a:ext cx="5266944" cy="1783080"/>
          </a:xfrm>
          <a:prstGeom prst="roundRect">
            <a:avLst>
              <a:gd name="adj" fmla="val 9231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0" y="2048256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ID3-Tiefe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624328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ID3v2.2 / v2.3 / v2.4, echte Mehrfachwerte und Spezial-Frames.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66944" cy="1783080"/>
          </a:xfrm>
          <a:prstGeom prst="roundRect">
            <a:avLst>
              <a:gd name="adj" fmla="val 9231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9536" y="40965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Herkunft erkennen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9536" y="4672584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Kennzeichnung von Tags aus Serato, Mixed In Key und weiteren Tools.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81344" y="3840480"/>
            <a:ext cx="5266944" cy="1783080"/>
          </a:xfrm>
          <a:prstGeom prst="roundRect">
            <a:avLst>
              <a:gd name="adj" fmla="val 9231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40965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Präzise Editoren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4672584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JSON-, XML- und Binärdaten lesbar prüfen und teils bearbeiten.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Ändern, ohne den Überblick zu verlieren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nur mächtige Funktionen – sondern nachvollziehbare Eingriffe.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40080" y="2706624"/>
            <a:ext cx="5230368" cy="1088136"/>
          </a:xfrm>
          <a:prstGeom prst="roundRect">
            <a:avLst>
              <a:gd name="adj" fmla="val 15126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2880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Automatische Tag-Sicherungen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3467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 dem Speichern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706624"/>
            <a:ext cx="5230368" cy="1088136"/>
          </a:xfrm>
          <a:prstGeom prst="roundRect">
            <a:avLst>
              <a:gd name="adj" fmla="val 15126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73368" y="2880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 &amp; Änderungsjournal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73368" y="33467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Unterschiede dokumentieren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5230368" cy="1088136"/>
          </a:xfrm>
          <a:prstGeom prst="roundRect">
            <a:avLst>
              <a:gd name="adj" fmla="val 15126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 / Redo &amp; Vorschau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4672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 Korrekturen prüfen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4032504"/>
            <a:ext cx="5230368" cy="1088136"/>
          </a:xfrm>
          <a:prstGeom prst="roundRect">
            <a:avLst>
              <a:gd name="adj" fmla="val 15126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73368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Rohdateien bleiben erhalten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73368" y="46725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 arbeiten mit Kopien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Funktionen für deinen DJ-Alltag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00784"/>
            <a:ext cx="10899648" cy="932688"/>
          </a:xfrm>
          <a:prstGeom prst="roundRect">
            <a:avLst>
              <a:gd name="adj" fmla="val 17647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8653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Camelot-Rad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77056" y="1874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Tonarten harmonisch aufeinander abstimmen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10899648" cy="932688"/>
          </a:xfrm>
          <a:prstGeom prst="roundRect">
            <a:avLst>
              <a:gd name="adj" fmla="val 17647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962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Musikalische Merkmale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77056" y="29718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Energy, Danceability, Happiness und weitere Werte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10899648" cy="932688"/>
          </a:xfrm>
          <a:prstGeom prst="roundRect">
            <a:avLst>
              <a:gd name="adj" fmla="val 17647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96112" y="40599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DJ-Set-Planung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77056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Reihenfolge nach Tonart, BPM und Energie optimieren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10899648" cy="932688"/>
          </a:xfrm>
          <a:prstGeom prst="roundRect">
            <a:avLst>
              <a:gd name="adj" fmla="val 17647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51572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mit DJ-Fokus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77056" y="5166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Wellenform, Cue-Punkte, Beatgrid, Sync und Überblendung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Dein Weg vom Download zur Library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" y="2286000"/>
            <a:ext cx="2176272" cy="1033272"/>
          </a:xfrm>
          <a:prstGeom prst="roundRect">
            <a:avLst>
              <a:gd name="adj" fmla="val 15929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66928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25968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16352" y="2286000"/>
            <a:ext cx="2176272" cy="1033272"/>
          </a:xfrm>
          <a:prstGeom prst="roundRect">
            <a:avLst>
              <a:gd name="adj" fmla="val 15929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44368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Tag-Rezepte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5968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93792" y="2286000"/>
            <a:ext cx="2176272" cy="1033272"/>
          </a:xfrm>
          <a:prstGeom prst="roundRect">
            <a:avLst>
              <a:gd name="adj" fmla="val 15929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21808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/ Metadaten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25968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571232" y="2286000"/>
            <a:ext cx="2176272" cy="1033272"/>
          </a:xfrm>
          <a:prstGeom prst="roundRect">
            <a:avLst>
              <a:gd name="adj" fmla="val 15929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99248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Qualitätsprüfung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38360" y="25968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948672" y="2286000"/>
            <a:ext cx="2176272" cy="1033272"/>
          </a:xfrm>
          <a:prstGeom prst="roundRect">
            <a:avLst>
              <a:gd name="adj" fmla="val 15929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76688" y="2542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B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Bibliothek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8952" y="396849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Schritte verknüpfen interne Funktionen, Plugins und externe Programme.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58952" y="500176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Schutzregel «nur ergänzen», Pflichtfelder, Duplikatprüfung und Stufen-Kopien sorgen für Kontrolle.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Offen, erweiterbar und für dich verfügbar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10881360" cy="950976"/>
          </a:xfrm>
          <a:prstGeom prst="roundRect">
            <a:avLst>
              <a:gd name="adj" fmla="val 17308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23544" y="18196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291840" y="1801368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Eigenständige Python-Erweiterungen für z. B. Stems, Lautheit und Online-Metadaten.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881360" cy="950976"/>
          </a:xfrm>
          <a:prstGeom prst="roundRect">
            <a:avLst>
              <a:gd name="adj" fmla="val 17308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23544" y="29077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Plattformen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291840" y="2889504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und macOS; Installer für Endnutzerinnen und Endnutzer.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10881360" cy="950976"/>
          </a:xfrm>
          <a:prstGeom prst="roundRect">
            <a:avLst>
              <a:gd name="adj" fmla="val 17308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3544" y="39959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Interoperabilität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91840" y="3977640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Zusammenspiel mit u. a. Beatport, MusicBrainz, Mixed In Key, Lexicon und Serato.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46904"/>
            <a:ext cx="10881360" cy="950976"/>
          </a:xfrm>
          <a:prstGeom prst="roundRect">
            <a:avLst>
              <a:gd name="adj" fmla="val 17308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3544" y="50840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91840" y="5065776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Quellcode, Dokumentation, Issues und GPLv3-Lizenz auf GitHub.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gibt noch viele Ideen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wird vom Editor zum Begleiter des gesamten Musikbestands.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63072" cy="877824"/>
          </a:xfrm>
          <a:prstGeom prst="roundRect">
            <a:avLst>
              <a:gd name="adj" fmla="val 1875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2926080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85416" y="292608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B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93592" y="2862072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«Vorbereiten», «Entdecken», Rezepte und Hilfesystem.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10863072" cy="877824"/>
          </a:xfrm>
          <a:prstGeom prst="roundRect">
            <a:avLst>
              <a:gd name="adj" fmla="val 1875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7824" y="3986784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85416" y="3986784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B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93592" y="3922776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Profile, Einrichtungsassistent, Archivierung und weitere Bedienhilfen.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63072" cy="877824"/>
          </a:xfrm>
          <a:prstGeom prst="roundRect">
            <a:avLst>
              <a:gd name="adj" fmla="val 18750"/>
            </a:avLst>
          </a:prstGeom>
          <a:solidFill>
            <a:srgbClr val="111B30"/>
          </a:solidFill>
          <a:ln w="12700">
            <a:solidFill>
              <a:srgbClr val="111B3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5047488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Danach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85416" y="504748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B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Potenzial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93592" y="4983480"/>
            <a:ext cx="7644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Noch mehr Automatisierung, Integration und konsistente Datenpflege.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00" b="1">
                <a:solidFill>
                  <a:srgbClr val="46CFB2"/>
                </a:solidFill>
                <a:latin typeface="Aptos"/>
              </a:rPr>
              <a:t>TAGSTUDIO  /  MEINE GESCHICHTE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3400" b="1">
                <a:solidFill>
                  <a:srgbClr val="F5F8FF"/>
                </a:solidFill>
                <a:latin typeface="Aptos"/>
              </a:rPr>
              <a:t>Version 4.4: Jetzt möchte ich TagStudio teilen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Es gibt noch viele Ideen für TagStudio.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Mit der veröffentlichten Version 4.4 ist für mich der Punkt erreicht, an dem ich die App guten Gewissens weitergeben kann.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Ich hoffe, andere haben genauso viel Freude daran wie ich.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ABBBCF"/>
                </a:solidFill>
                <a:latin typeface="Aptos"/>
              </a:rPr>
              <a:t>Und ich freue mich auf ehrliche Rückmeldungen, Wünsche und neue Ideen!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46CFB2"/>
                </a:solidFill>
                <a:latin typeface="Aptos"/>
              </a:rPr>
              <a:t>MarKusSXCH TagStudio  ·  Persönliche Projektgeschichte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DA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75488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TAGSTUDIO  /  PROJEKTSTORY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758952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Quellen und Einordnung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28832" y="64556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3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Grundlage: öffentliches GitHub-Repository, README, CHANGELOG, Projektstand und Architekturkonzepte (11.10.2026).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Dokumentierte Fakten: Funktionsumfang, Versionsschritte, Plugins und Prozessschutz.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53872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9B8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Persönliche Entstehungsgeschichte und Motivation: direkt vom Entwickler geschildert.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8DA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Repository: https://github.com/MarkusKeller8200/markussxch-tagstudio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TagStudio – Aus einer Idee wird ein DJ-Werkzeugkasten</dc:title>
  <dc:subject>TagStudio – Entstehung, Motivation und Highlights</dc:subject>
  <dc:creator>OpenAI</dc:creator>
  <cp:lastModifiedBy>OpenAI</cp:lastModifiedBy>
  <cp:revision>1</cp:revision>
  <dcterms:created xsi:type="dcterms:W3CDTF">2026-10-11T22:01:16Z</dcterms:created>
  <dcterms:modified xsi:type="dcterms:W3CDTF">2026-10-11T22:01:16Z</dcterms:modified>
</cp:coreProperties>
</file>